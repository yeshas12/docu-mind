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DocuMind Q3 Strategic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Quarterly Highlights, Financial Performance, and Product 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Key Milestones &amp;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Surpassed 15,000 active monthly enterprise users (38% YoY growth).</a:t>
            </a:r>
          </a:p>
          <a:p>
            <a:r>
              <a:t>Maintained 99.98% platform operational availability throughout the quarter.</a:t>
            </a:r>
          </a:p>
          <a:p>
            <a:r>
              <a:t>Successfully rolled out European data sovereign region complying with GDPR standards.</a:t>
            </a:r>
          </a:p>
          <a:p>
            <a:r>
              <a:t>Reduced average document vector indexing latency from 4.2 seconds to 1.6 seconds.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Objectives for Q4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 multi-agent LangGraph workflow for document reasoning and verification.</a:t>
            </a:r>
          </a:p>
          <a:p>
            <a:r>
              <a:t>Onboard 50 new enterprise partners across financial services and legal sectors.</a:t>
            </a:r>
          </a:p>
          <a:p>
            <a:r>
              <a:t>Launch native Model Context Protocol (MCP) server integration for client tooling.</a:t>
            </a:r>
          </a:p>
          <a:p>
            <a:r>
              <a:t>Target annualized recurring revenue (ARR) milestone of $22 Million by year-end.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